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in Fintech Communication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Group Name | Team Members |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Introduction</a:t>
            </a:r>
          </a:p>
          <a:p>
            <a:pPr>
              <a:defRPr sz="1800"/>
            </a:pPr>
            <a:r>
              <a:t>Tools</a:t>
            </a:r>
          </a:p>
          <a:p>
            <a:pPr>
              <a:defRPr sz="1800"/>
            </a:pPr>
            <a:r>
              <a:t>Benefits</a:t>
            </a:r>
          </a:p>
          <a:p>
            <a:pPr>
              <a:defRPr sz="1800"/>
            </a:pPr>
            <a:r>
              <a:t>Challenges</a:t>
            </a:r>
          </a:p>
          <a:p>
            <a:pPr>
              <a:defRPr sz="1800"/>
            </a:pPr>
            <a:r>
              <a:t>Future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AI in Fintech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Definition of AI in workplace communication</a:t>
            </a:r>
          </a:p>
          <a:p>
            <a:pPr>
              <a:defRPr sz="1800"/>
            </a:pPr>
            <a:r>
              <a:t>Role of AI and automation in fintech (chatbots, reports, fraud alerts)</a:t>
            </a:r>
          </a:p>
          <a:p>
            <a:pPr>
              <a:defRPr sz="1800"/>
            </a:pPr>
            <a:r>
              <a:t>Analogy: AI as an ultra-efficient analyst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Evolution of AI in Fintech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Started with chatbots and email filters</a:t>
            </a:r>
          </a:p>
          <a:p>
            <a:pPr>
              <a:defRPr sz="1800"/>
            </a:pPr>
            <a:r>
              <a:t>Today: NLP, generative AI, real-time fraud monitoring</a:t>
            </a:r>
          </a:p>
          <a:p>
            <a:pPr>
              <a:defRPr sz="1800"/>
            </a:pPr>
            <a:r>
              <a:t>Example: JPMorgan’s COIN reads contracts in seconds (360,000 hours saved)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AI Adoption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85% of financial firms use AI (EY Report)</a:t>
            </a:r>
          </a:p>
          <a:p>
            <a:pPr>
              <a:defRPr sz="1800"/>
            </a:pPr>
            <a:r>
              <a:t>80% of banks have chatbots (Benzinga)</a:t>
            </a:r>
          </a:p>
          <a:p>
            <a:pPr>
              <a:defRPr sz="1800"/>
            </a:pPr>
            <a:r>
              <a:t>Bank of America’s Erica handled 2+ billion interactions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AI-Driven Chatbots and Virtual Assistants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Customer service, automated responses, financial guidance</a:t>
            </a:r>
          </a:p>
          <a:p>
            <a:pPr>
              <a:defRPr sz="1800"/>
            </a:pPr>
            <a:r>
              <a:t>Examples: Bank of America’s Erica, RBC’s NOMI, Cleo (fun chatbot)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 Email Automation and Writing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AI drafts reports, emails (e.g., Gmail’s Smart Reply)</a:t>
            </a:r>
          </a:p>
          <a:p>
            <a:pPr>
              <a:defRPr sz="1800"/>
            </a:pPr>
            <a:r>
              <a:t>Goldman Sachs’ AI for internal emails and reports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Fraud Detection and Risk Alerts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AI monitors transactions in real-time</a:t>
            </a:r>
          </a:p>
          <a:p>
            <a:pPr>
              <a:defRPr sz="1800"/>
            </a:pPr>
            <a:r>
              <a:t>Mastercard: AI increased fraud detection by 300%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 Meetings: Transcription &amp; Translation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Microsoft Teams AI generates meeting notes</a:t>
            </a:r>
          </a:p>
          <a:p>
            <a:pPr>
              <a:defRPr sz="1800"/>
            </a:pPr>
            <a:r>
              <a:t>Google Meet offers real-time translated captions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JPMorgan’s COIN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Reads 12,000 contracts per year</a:t>
            </a:r>
          </a:p>
          <a:p>
            <a:pPr>
              <a:defRPr sz="1800"/>
            </a:pPr>
            <a:r>
              <a:t>Saves 360,000 hours of legal work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Efficiency and Productivity Gains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AI automates repetitive tasks</a:t>
            </a:r>
          </a:p>
          <a:p>
            <a:pPr>
              <a:defRPr sz="1800"/>
            </a:pPr>
            <a:r>
              <a:t>Chatbots save 826 million hours annually</a:t>
            </a:r>
          </a:p>
          <a:p>
            <a:pPr>
              <a:defRPr sz="1800"/>
            </a:pPr>
            <a:r>
              <a:t>Analogy: AI as an executive assistant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Reduction and Accuracy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AI prevents fraud</a:t>
            </a:r>
          </a:p>
          <a:p>
            <a:pPr>
              <a:defRPr sz="1800"/>
            </a:pPr>
            <a:r>
              <a:t>AI compliance monitoring (e.g., NICE Actimize)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Better Customer and Employee Engagement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24/7 service availability</a:t>
            </a:r>
          </a:p>
          <a:p>
            <a:pPr>
              <a:defRPr sz="1800"/>
            </a:pPr>
            <a:r>
              <a:t>Personalized emails and financial insights (e.g., Cleo chatbot)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Challenge: AI vs. Human Financial Advisors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Pro-AI: Robo-advisors reduce costs</a:t>
            </a:r>
          </a:p>
          <a:p>
            <a:pPr>
              <a:defRPr sz="1800"/>
            </a:pPr>
            <a:r>
              <a:t>Pro-Human: 84% still prefer human advisors</a:t>
            </a:r>
          </a:p>
          <a:p>
            <a:pPr>
              <a:defRPr sz="1800"/>
            </a:pPr>
            <a:r>
              <a:t>Debate: Would you trust an AI-only advisor?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Challenge: Job Displacement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AI replaces repetitive roles</a:t>
            </a:r>
          </a:p>
          <a:p>
            <a:pPr>
              <a:defRPr sz="1800"/>
            </a:pPr>
            <a:r>
              <a:t>Wells Fargo predicts 200,000 banking jobs lost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Challenge: AI and Data Privacy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Strict regulations (e.g., GDPR)</a:t>
            </a:r>
          </a:p>
          <a:p>
            <a:pPr>
              <a:defRPr sz="1800"/>
            </a:pPr>
            <a:r>
              <a:t>JPMorgan restricted ChatGPT to prevent data leaks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Challenge: AI Bias and Transparency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AI can be biased if trained on poor data</a:t>
            </a:r>
          </a:p>
          <a:p>
            <a:pPr>
              <a:defRPr sz="1800"/>
            </a:pPr>
            <a:r>
              <a:t>Regulation needed for fair AI decisions</a:t>
            </a:r>
          </a:p>
          <a:p>
            <a:pPr>
              <a:defRPr sz="1800"/>
            </a:pPr>
            <a:r>
              <a:t>Example: Biased AI credit scoring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Emerging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Generative AI (e.g., BloombergGPT)</a:t>
            </a:r>
          </a:p>
          <a:p>
            <a:pPr>
              <a:defRPr sz="1800"/>
            </a:pPr>
            <a:r>
              <a:t>AI avatars as virtual advisors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as a Co-Pilot, Not a Replacement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AI assists humans but humans make final decisions</a:t>
            </a:r>
          </a:p>
          <a:p>
            <a:pPr>
              <a:defRPr sz="1800"/>
            </a:pPr>
            <a:r>
              <a:t>Analogy: AI is an autopilot, but pilots still steer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Regulatory Outlook and Ethical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Laws requiring AI transparency</a:t>
            </a:r>
          </a:p>
          <a:p>
            <a:pPr>
              <a:defRPr sz="1800"/>
            </a:pPr>
            <a:r>
              <a:t>‘AI compliance officers’ in fintech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AI makes fintech faster, smarter, and scalable</a:t>
            </a:r>
          </a:p>
          <a:p>
            <a:pPr>
              <a:defRPr sz="1800"/>
            </a:pPr>
            <a:r>
              <a:t>Balance AI with human expertise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Train employees on AI tools</a:t>
            </a:r>
          </a:p>
          <a:p>
            <a:pPr>
              <a:defRPr sz="1800"/>
            </a:pPr>
            <a:r>
              <a:t>Invest in ethical AI and transparency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Any questions?</a:t>
            </a:r>
          </a:p>
          <a:p>
            <a:pPr>
              <a:defRPr sz="1800"/>
            </a:pPr>
            <a:r>
              <a:t>Backup data slides (if needed)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Group names, LinkedIn contacts (optional)</a:t>
            </a:r>
          </a:p>
          <a:p>
            <a:pPr>
              <a:defRPr sz="1800"/>
            </a:pPr>
            <a:r>
              <a:t>Short final thought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